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1695" cy="109728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diagnostic-lab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system,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for  -  Sree Diagnostics, Bengaluru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-  Prepared for client visit  -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IN THIS ROOM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branch of Sree Diagnostics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screen — and prove it on day one.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8404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404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TAT cut by 40 %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97680" y="365760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38404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E4F8C"/>
          </a:solidFill>
          <a:ln w="12700">
            <a:solidFill>
              <a:srgbClr val="0E4F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8404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paperwork at billing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6720" y="365760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8404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8B5A0F"/>
          </a:solidFill>
          <a:ln w="12700">
            <a:solidFill>
              <a:srgbClr val="8B5A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8404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discount audit-trailed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5-branch lab in India tells us.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report errors trace back to manual transcription between paper, Excel, and the LIMS.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hrs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4069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receptionist per day re-entering the same patient into 4 different systems.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12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4.2L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91840" y="5303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leakage from un-tracked cash-counter discounts and refunds.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NIYAMONE PROMISE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Every branch.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workflow. Live data.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Reception, lab, billing, pharmacy, IPD — same app, same login.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switch in one click. No re-login. No data re-sync.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lives in your Supabase tenant — full export, any 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Indian-first: GST, TDS 194J, UHID, IFSC, PAN — built in, not bolted 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3108960"/>
            <a:ext cx="54864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9" name="Image 0" descr="D:\Niyamone-Lab\frontend\tools\sales-deck\screenshots\00-dashboard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3108960"/>
            <a:ext cx="5486400" cy="3108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dashboard — one branch or all five, at a glance.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YOU CAN MEASURE IN 90 DAYS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ship features. We ship outcomes.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389120" cy="502920"/>
          </a:xfrm>
          <a:prstGeom prst="rect">
            <a:avLst/>
          </a:prstGeom>
          <a:solidFill>
            <a:srgbClr val="0E4F8C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042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2194560"/>
            <a:ext cx="2377440" cy="502920"/>
          </a:xfrm>
          <a:prstGeom prst="rect">
            <a:avLst/>
          </a:prstGeom>
          <a:solidFill>
            <a:srgbClr val="0E4F8C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23042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2194560"/>
            <a:ext cx="4572000" cy="502920"/>
          </a:xfrm>
          <a:prstGeom prst="rect">
            <a:avLst/>
          </a:prstGeom>
          <a:solidFill>
            <a:srgbClr val="0E4F8C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23042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with Niyamone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43891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072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turnaround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697480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8072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hrs avg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2697480"/>
            <a:ext cx="45720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28072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2.5 hrs avg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4389120" cy="502920"/>
          </a:xfrm>
          <a:prstGeom prst="rect">
            <a:avLst/>
          </a:prstGeom>
          <a:solidFill>
            <a:srgbClr val="EDF1F7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3101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200400"/>
            <a:ext cx="2377440" cy="502920"/>
          </a:xfrm>
          <a:prstGeom prst="rect">
            <a:avLst/>
          </a:prstGeom>
          <a:solidFill>
            <a:srgbClr val="EDF1F7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33101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2 staff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3200400"/>
            <a:ext cx="4572000" cy="502920"/>
          </a:xfrm>
          <a:prstGeom prst="rect">
            <a:avLst/>
          </a:prstGeom>
          <a:solidFill>
            <a:srgbClr val="EDF1F7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9792" y="33101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43891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8130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discount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3703320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38130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Rs 35K / mo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0" y="3703320"/>
            <a:ext cx="45720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381304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0 (every discount approved)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4389120" cy="502920"/>
          </a:xfrm>
          <a:prstGeom prst="rect">
            <a:avLst/>
          </a:prstGeom>
          <a:solidFill>
            <a:srgbClr val="EDF1F7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3159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reconciliation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4206240"/>
            <a:ext cx="2377440" cy="502920"/>
          </a:xfrm>
          <a:prstGeom prst="rect">
            <a:avLst/>
          </a:prstGeom>
          <a:solidFill>
            <a:srgbClr val="EDF1F7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4315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End-of-week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0" y="4206240"/>
            <a:ext cx="4572000" cy="502920"/>
          </a:xfrm>
          <a:prstGeom prst="rect">
            <a:avLst/>
          </a:prstGeom>
          <a:solidFill>
            <a:srgbClr val="EDF1F7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79792" y="4315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43891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818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WhatsApp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37760" y="4709160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48188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315200" y="4709160"/>
            <a:ext cx="45720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99A6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9792" y="48188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1-click, signed PDF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in under 5 months. Then it is pure margin.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7033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3703320" cy="548640"/>
          </a:xfrm>
          <a:prstGeom prst="rect">
            <a:avLst/>
          </a:prstGeom>
          <a:solidFill>
            <a:srgbClr val="0A3A6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/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8.6 L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reconcilers + paper reports + leaked discounts + 3 disjoint tools.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377440"/>
            <a:ext cx="37033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377440"/>
            <a:ext cx="3703320" cy="548640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/ YEAR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3.2 L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licence, support, 2 training cycles, unlimited branches.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2377440"/>
            <a:ext cx="37033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377440"/>
            <a:ext cx="3703320" cy="548640"/>
          </a:xfrm>
          <a:prstGeom prst="rect">
            <a:avLst/>
          </a:prstGeom>
          <a:solidFill>
            <a:srgbClr val="117A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SAVING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964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5.4 L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49640" y="4206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reclaimed staff hours redeployed to revenue work.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based on a 5-branch lab benchmark. Actual numbers co-modelled in week 1.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0"/>
            <a:ext cx="12191695" cy="73152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50292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28346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walkthrough.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0" y="42976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screens. The entire lab in one application.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01 / 13  -  LOGIN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— same app, scoped to each user.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carries staff_id + branch_id + role; nothing is trusted from the URL.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sees all branches; branch-admin sees one; reception sees their own queue.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staff are blocked at the auth layer, not at the screen.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accidental cross-branch edits. Every action is name-stamped.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logs in once, lands on her branch — never sees the other four.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02 / 13  -  DASHBOARD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— every KPI, every branch.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TAT, pending verifications, category share — live.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slicer at the top reshapes every tile in &lt;200 ms.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 matches the on-screen design — pixel-for-pixel.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reconciliation goes from 45 min to instant.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sees the day at 8 AM; does not need to call anyone.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03 / 13  -  PATIENTS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patient in under 20 seconds.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guard on mobile + name + DOB combo — no UHID drift.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book reused across home collection and report delivery.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defaults to Male so reception can tab through and hit Save.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4-minute paper form becomes a 20-second tap-through.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3-patient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patient, UHID, mobile, address — one screen, one save.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04 / 13  -  APPOINTMENTS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collection that does not lose Rs 250.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surcharge auto-added to the invoice — editable + discountable.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captured once, reused on report + WhatsApp share.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Scheduled-at time shows on the invoice visit-details block.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most common cause of cash leakage in home collection.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4-home-col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is a line item, not a sticky note on the cash register.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05 / 13  -  BILLING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that knows where every line came from.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Lab, pharmacy, doctor, IPD, manual — each line tagged with provenance.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+ discount tiers + payment + balance — all on one screen.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share with public link + auto-print on the patient phone.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billing the first day you go live.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5-billing-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paisa traces back to a clinical action. No mystery charges.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06 / 13  -  SMART INBOX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 goes through unapproved.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Tiered: auto / branch-admin / super-admin — based on the percentage.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requests appear in the approver Smart Inbox in real 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Approval, rejection, and apply-error are all audit-trailed.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the single biggest revenue leak at the cash counter.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6-smart-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approval becomes a 30-second chat, not a phone call.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07 / 13  -  LAB WORKFLOW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 to sample to result to verify to report.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 per stage. Items cannot skip stages.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 surface immediately to the doctor on duty.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sign-off captured via uploaded digital signature.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visibility turns from a guess into a real-time number.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7-lab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tech, pathologist, doctor — same workflow, three perspectives.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08 / 13  -  LAB REPORT PDF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Sree Diagnostics letterhead — pixel-perfect.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footer, accreditations, seals, watermark — all configurable.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on the footer points to a verifiable public URL.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is PatientName_DD-MMM-YYYY_UHID — searchable in WhatsApp.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consistency across every report, every branch, every device.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8-lab-report-p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PDF you sent us — generated in two clicks.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09 / 13  -  PHARMACY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Dispense, indent, GRN — all in flow.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Stock-aware dispensing — will not sell what is not on the shelf.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guard at dispense time — flagged in red.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auto-flow to the invoice with HSN + GST.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daily pharmacy-vs-billing tally meeting.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09-pharm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is no longer a parallel universe; it is part of the bill.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10 / 17  -  IPD / WARDS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map, doctor visits, consolidated bill.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assignments time-tracked for accurate per-day billing.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visits roll up into the same invoice the lab uses.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produces one PDF: bill + summary + reports.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bottleneck disappears.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10-ip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discharge — one PDF — one signature.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11 / 17  -  HR  ·  STAFF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staff directory for every branch.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Onboard, role-assign, branch-scope, and de-activate from one screen.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UAN, IFSC, signature, photo — all stored against the staff record.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permissions cascade automatically — no manual ACL editing.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goes from a 2-day form-shuffle to 15 minutes.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17-hr-sta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adds a new technician; she can log in and accession by lunch.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12 / 17  -  HR  ·  ATTENDANCE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— no biometric vendor required.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check-in/out from the same app each staff uses to work.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Late-mark and short-shift rules driven by the shift master.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 views feed straight into payroll.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muster register is gone. Payroll reads attendance directly.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18-hr-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checks in at 8:58 AM; row appears live on the manager view.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13 / 17  -  HR  ·  LEAVE &amp; SHIFTS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and shift rosters in one place.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/ SL / PL balances tracked per employee, per year.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 route to the right approver via Smart Inbox.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master defines templates; rosters generated for any week.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reconciliation at year-end ceases to be a spreadsheet event.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19-hr-leave-shif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leave, approve in one click — balance updates instantly.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14 / 17  -  PAYROLL  ·  STAFF SALARY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salary run — attendance to bank, in minutes.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attendance + leaves + shift overtime automatically.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components, PF, ESI, PT, TDS — all Indian-statutory aware.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Form-16 ready payslips with branch letterhead.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external payroll vendor and their per-staff fee.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20-payroll-sal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payroll for 30 staff, one button, audit-ready.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15 / 17  -  PAYROLL  ·  DOCTOR PAYOUTS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payouts the Indian way — TDS 194J built in.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+ deductions side-by-side; TDS Section 194J auto-calculated.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Amount-in-words in Lakhs / Crores — auditor-friendly.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header, branch address, GST — same letterhead as the report.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consultant payouts cease to be a spreadsheet rodeo.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11-doctor-pays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for a consultant takes 6 seconds, not 6 minutes.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16 / 17  -  REPORTS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and on-paper — identical.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share, revenue trend, branch drill — all interactive.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uses the same DOM, not a separate template.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range, branch, category — three controls, no SQL.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"why does the PDF look different from the screen?"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12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is what you print — full stop.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-  17 / 17  -  SETTINGS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your seals, your instructions.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accreditations, watermark, footer seals — all uploadable.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per test / per branch / global — cascades intelligently.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Per-staff digital signature stored once, used everywhere.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440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17A3A"/>
          </a:solidFill>
          <a:ln w="12700">
            <a:solidFill>
              <a:srgbClr val="11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Re-branding moments (new NABL cert, new address) take 5 minutes.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754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13" name="Image 0" descr="D:\Niyamone-Lab\frontend\tools\sales-deck\screenshots\13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75488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branding does not need a developer; reception can change it.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0"/>
            <a:ext cx="12191695" cy="73152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50292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28346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0" y="42976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security, and the multi-branch reality.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lives in your tenant.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frontend, Supabase backend, RLS per table.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writes go through SECURITY DEFINER RPCs — no rogue UPDATEs possible.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snapshots are yours, exportable on demand, in standard Postgres dump.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lock-in: walk away with a .sql file.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2377440"/>
            <a:ext cx="4754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22592" y="2450592"/>
            <a:ext cx="4608576" cy="3145536"/>
          </a:xfrm>
          <a:prstGeom prst="rect">
            <a:avLst/>
          </a:prstGeom>
          <a:solidFill>
            <a:srgbClr val="EDF1F7"/>
          </a:solidFill>
          <a:ln w="9525">
            <a:solidFill>
              <a:srgbClr val="99A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screenshot:  14-architecture.png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4023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tools/sales-deck/screenshots/14-architecture.png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5715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diagram — every table owned by the client Supabase project.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security, not screen-level pretending.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gates every read and write by branch + role.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custom claims (app_metadata) carry the role — tamper-proof.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on every exception (discounts, voids, refunds).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buckets for PDFs are private with signed URLs.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2377440"/>
            <a:ext cx="4754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22592" y="2450592"/>
            <a:ext cx="4608576" cy="3145536"/>
          </a:xfrm>
          <a:prstGeom prst="rect">
            <a:avLst/>
          </a:prstGeom>
          <a:solidFill>
            <a:srgbClr val="EDF1F7"/>
          </a:solidFill>
          <a:ln w="9525">
            <a:solidFill>
              <a:srgbClr val="99A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screenshot:  15-security.png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4023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tools/sales-deck/screenshots/15-security.png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5715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 block cross-branch reads at the database, not the UI.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branches in one click — no relogin.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BranchStore is reactive; every screen reshapes on switch.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channels keep dashboards live across all branches.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exports stamp the active branch in the footer.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2377440"/>
            <a:ext cx="4754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F8C"/>
            </a:solidFill>
            <a:prstDash val="solid"/>
          </a:ln>
        </p:spPr>
      </p:sp>
      <p:pic>
        <p:nvPicPr>
          <p:cNvPr id="9" name="Image 0" descr="D:\Niyamone-Lab\frontend\tools\sales-deck\screenshots\16-multi-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377440"/>
            <a:ext cx="475488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0" y="5715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Top-bar branch switcher — propagates to every page instantly.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ROLL THIS 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phases. Fixed milestones. You sign off each one.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7033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3703320" cy="640080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set-up, master data, lab + billing live at branch HQ.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7548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54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first invoice + first signed report from Niyamone.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2377440"/>
            <a:ext cx="37033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377440"/>
            <a:ext cx="3703320" cy="640080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291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the branches onboarded, pharmacy + home collection 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47548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754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all branches live, WhatsApp delivery 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2377440"/>
            <a:ext cx="37033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99A6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377440"/>
            <a:ext cx="3703320" cy="640080"/>
          </a:xfrm>
          <a:prstGeom prst="rect">
            <a:avLst/>
          </a:prstGeom>
          <a:solidFill>
            <a:srgbClr val="0E4F8C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964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49640" y="3291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payouts, smart-inbox approvals, dashboards, training.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49640" y="47548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4754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49640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monthly close run end-to-end inside Niyamone.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Niyamone Labs  x  Sree Diagnostics  -  Confidential client walkthrough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AGREE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signatures. Nine weeks to live.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Scope locked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branches, integrations.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937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by:  ___________________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10896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Commercials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3749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+ implementation + support.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4937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by:  ___________________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310896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Kick-off date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41080" y="3749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starts Monday.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41080" y="4937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        ___________________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Venkki M. K.  -  Niyamone Labs  -  venkki.mk@niyamone.com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Niyamone Labs – Sree Diagnostics walkthrough</dc:title>
  <dc:subject>PptxGenJS Presentation</dc:subject>
  <dc:creator>PptxGenJS</dc:creator>
  <cp:lastModifiedBy>PptxGenJS</cp:lastModifiedBy>
  <cp:revision>1</cp:revision>
  <dcterms:created xsi:type="dcterms:W3CDTF">2026-05-18T18:00:40Z</dcterms:created>
  <dcterms:modified xsi:type="dcterms:W3CDTF">2026-05-18T18:00:40Z</dcterms:modified>
</cp:coreProperties>
</file>